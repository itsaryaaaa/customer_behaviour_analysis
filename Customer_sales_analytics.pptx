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6263" y="-1322095"/>
            <a:ext cx="19340527" cy="11609095"/>
          </a:xfrm>
          <a:custGeom>
            <a:avLst/>
            <a:gdLst/>
            <a:ahLst/>
            <a:cxnLst/>
            <a:rect r="r" b="b" t="t" l="l"/>
            <a:pathLst>
              <a:path h="11609095" w="19340527">
                <a:moveTo>
                  <a:pt x="0" y="0"/>
                </a:moveTo>
                <a:lnTo>
                  <a:pt x="19340526" y="0"/>
                </a:lnTo>
                <a:lnTo>
                  <a:pt x="19340526" y="11609095"/>
                </a:lnTo>
                <a:lnTo>
                  <a:pt x="0" y="11609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10" t="0" r="-12210" b="-1659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757" y="-243724"/>
            <a:ext cx="16892487" cy="9502024"/>
          </a:xfrm>
          <a:custGeom>
            <a:avLst/>
            <a:gdLst/>
            <a:ahLst/>
            <a:cxnLst/>
            <a:rect r="r" b="b" t="t" l="l"/>
            <a:pathLst>
              <a:path h="9502024" w="16892487">
                <a:moveTo>
                  <a:pt x="0" y="0"/>
                </a:moveTo>
                <a:lnTo>
                  <a:pt x="16892486" y="0"/>
                </a:lnTo>
                <a:lnTo>
                  <a:pt x="16892486" y="9502024"/>
                </a:lnTo>
                <a:lnTo>
                  <a:pt x="0" y="950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202" y="430128"/>
            <a:ext cx="17473596" cy="9426744"/>
          </a:xfrm>
          <a:custGeom>
            <a:avLst/>
            <a:gdLst/>
            <a:ahLst/>
            <a:cxnLst/>
            <a:rect r="r" b="b" t="t" l="l"/>
            <a:pathLst>
              <a:path h="9426744" w="17473596">
                <a:moveTo>
                  <a:pt x="0" y="0"/>
                </a:moveTo>
                <a:lnTo>
                  <a:pt x="17473596" y="0"/>
                </a:lnTo>
                <a:lnTo>
                  <a:pt x="17473596" y="9426744"/>
                </a:lnTo>
                <a:lnTo>
                  <a:pt x="0" y="9426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26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50" y="-304495"/>
            <a:ext cx="18921029" cy="10581970"/>
          </a:xfrm>
          <a:custGeom>
            <a:avLst/>
            <a:gdLst/>
            <a:ahLst/>
            <a:cxnLst/>
            <a:rect r="r" b="b" t="t" l="l"/>
            <a:pathLst>
              <a:path h="10581970" w="18921029">
                <a:moveTo>
                  <a:pt x="0" y="0"/>
                </a:moveTo>
                <a:lnTo>
                  <a:pt x="18921029" y="0"/>
                </a:lnTo>
                <a:lnTo>
                  <a:pt x="18921029" y="10581970"/>
                </a:lnTo>
                <a:lnTo>
                  <a:pt x="0" y="1058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55" t="0" r="-1955" b="-451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369" y="2214"/>
            <a:ext cx="18559369" cy="10284786"/>
          </a:xfrm>
          <a:custGeom>
            <a:avLst/>
            <a:gdLst/>
            <a:ahLst/>
            <a:cxnLst/>
            <a:rect r="r" b="b" t="t" l="l"/>
            <a:pathLst>
              <a:path h="10284786" w="18559369">
                <a:moveTo>
                  <a:pt x="0" y="0"/>
                </a:moveTo>
                <a:lnTo>
                  <a:pt x="18559369" y="0"/>
                </a:lnTo>
                <a:lnTo>
                  <a:pt x="18559369" y="10284786"/>
                </a:lnTo>
                <a:lnTo>
                  <a:pt x="0" y="1028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05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22826" cy="10362839"/>
          </a:xfrm>
          <a:custGeom>
            <a:avLst/>
            <a:gdLst/>
            <a:ahLst/>
            <a:cxnLst/>
            <a:rect r="r" b="b" t="t" l="l"/>
            <a:pathLst>
              <a:path h="10362839" w="18422826">
                <a:moveTo>
                  <a:pt x="0" y="0"/>
                </a:moveTo>
                <a:lnTo>
                  <a:pt x="18422826" y="0"/>
                </a:lnTo>
                <a:lnTo>
                  <a:pt x="18422826" y="10362839"/>
                </a:lnTo>
                <a:lnTo>
                  <a:pt x="0" y="10362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12205" y="4274503"/>
            <a:ext cx="58635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7B90A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DAHMtRwKN4k</dc:identifier>
  <dcterms:modified xsi:type="dcterms:W3CDTF">2011-08-01T06:04:30Z</dcterms:modified>
  <cp:revision>1</cp:revision>
  <dc:title>Thank You</dc:title>
</cp:coreProperties>
</file>